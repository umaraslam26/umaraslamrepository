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66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5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5782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505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266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8517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98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15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465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313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1102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073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A1A80-C52F-4847-B564-33BFBFD4F5D7}" type="datetimeFigureOut">
              <a:rPr lang="it-IT" smtClean="0"/>
              <a:t>10/02/2025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AE0AA-8667-4516-B3E2-C4AE35F3F8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91367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/>
          <p:cNvSpPr>
            <a:spLocks noGrp="1"/>
          </p:cNvSpPr>
          <p:nvPr>
            <p:ph type="ctrTitle"/>
          </p:nvPr>
        </p:nvSpPr>
        <p:spPr>
          <a:xfrm>
            <a:off x="2872966" y="1719891"/>
            <a:ext cx="9144000" cy="2387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it-IT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LEWIS</a:t>
            </a:r>
            <a:br>
              <a:rPr lang="it-IT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it-IT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HAMILTON</a:t>
            </a:r>
            <a:endParaRPr lang="it-IT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Formula 1 | Hamilton racconta la sfida in Ferrari tra motivazione, rischio  e nuovi orizzonti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9" b="89766" l="9961" r="89844">
                        <a14:foregroundMark x1="47949" y1="7456" x2="53516" y2="1754"/>
                        <a14:foregroundMark x1="54004" y1="2339" x2="54004" y2="23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96618" y="622315"/>
            <a:ext cx="12192000" cy="814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381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LEWIS HAMILTON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LEWIS HAMILTON</dc:title>
  <dc:creator>1O</dc:creator>
  <cp:lastModifiedBy>1O</cp:lastModifiedBy>
  <cp:revision>3</cp:revision>
  <dcterms:created xsi:type="dcterms:W3CDTF">2025-02-10T11:05:20Z</dcterms:created>
  <dcterms:modified xsi:type="dcterms:W3CDTF">2025-02-10T11:36:13Z</dcterms:modified>
</cp:coreProperties>
</file>