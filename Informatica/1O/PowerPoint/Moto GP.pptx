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60" r:id="rId4"/>
    <p:sldId id="261" r:id="rId5"/>
    <p:sldId id="262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/>
          <p:nvPr/>
        </p:nvPicPr>
        <p:blipFill>
          <a:blip r:embed="rId1">
            <a:lum bright="-24000"/>
          </a:blip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  <a:noFill/>
        </p:spPr>
      </p:pic>
      <p:sp>
        <p:nvSpPr>
          <p:cNvPr id="8" name="Text Box 7"/>
          <p:cNvSpPr txBox="1"/>
          <p:nvPr/>
        </p:nvSpPr>
        <p:spPr>
          <a:xfrm>
            <a:off x="86360" y="4254500"/>
            <a:ext cx="10643235" cy="2602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15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MOTO GP</a:t>
            </a:r>
            <a:endParaRPr lang="en-GB" altLang="en-US" sz="15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222250" y="6172200"/>
            <a:ext cx="66675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 b="1">
                <a:solidFill>
                  <a:schemeClr val="bg1"/>
                </a:solidFill>
              </a:rPr>
              <a:t>Aslam, Cavagnoli, De Maria, Melagrano</a:t>
            </a:r>
            <a:endParaRPr lang="en-GB" altLang="en-US" sz="2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314700" y="2627630"/>
            <a:ext cx="556196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 useBgFill="1">
        <p:nvSpPr>
          <p:cNvPr id="6" name="Rectangles 5"/>
          <p:cNvSpPr/>
          <p:nvPr/>
        </p:nvSpPr>
        <p:spPr>
          <a:xfrm>
            <a:off x="-79375" y="-138430"/>
            <a:ext cx="12496800" cy="3013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10" name="Rectangles 9"/>
          <p:cNvSpPr/>
          <p:nvPr/>
        </p:nvSpPr>
        <p:spPr>
          <a:xfrm>
            <a:off x="0" y="4132580"/>
            <a:ext cx="12496800" cy="3013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3314700" y="1099820"/>
            <a:ext cx="556196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 useBgFill="1">
        <p:nvSpPr>
          <p:cNvPr id="10" name="Rectangles 9"/>
          <p:cNvSpPr/>
          <p:nvPr/>
        </p:nvSpPr>
        <p:spPr>
          <a:xfrm>
            <a:off x="0" y="4132580"/>
            <a:ext cx="12496800" cy="3013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7" name="Rectangles 6"/>
          <p:cNvSpPr/>
          <p:nvPr/>
        </p:nvSpPr>
        <p:spPr>
          <a:xfrm>
            <a:off x="-79375" y="-138430"/>
            <a:ext cx="12496800" cy="3013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3314700" y="-301625"/>
            <a:ext cx="556196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GB" altLang="en-US" sz="10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STORIA</a:t>
            </a:r>
            <a:endParaRPr lang="en-GB" altLang="en-US" sz="10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 useBgFill="1">
        <p:nvSpPr>
          <p:cNvPr id="8" name="Rectangles 7"/>
          <p:cNvSpPr/>
          <p:nvPr/>
        </p:nvSpPr>
        <p:spPr>
          <a:xfrm>
            <a:off x="-79375" y="-138430"/>
            <a:ext cx="12496800" cy="3013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 useBgFill="1">
        <p:nvSpPr>
          <p:cNvPr id="10" name="Rectangles 9"/>
          <p:cNvSpPr/>
          <p:nvPr/>
        </p:nvSpPr>
        <p:spPr>
          <a:xfrm>
            <a:off x="0" y="4132580"/>
            <a:ext cx="12496800" cy="3013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Pie 5"/>
          <p:cNvSpPr/>
          <p:nvPr/>
        </p:nvSpPr>
        <p:spPr>
          <a:xfrm rot="1680000">
            <a:off x="-3227705" y="-1955165"/>
            <a:ext cx="14613890" cy="13239750"/>
          </a:xfrm>
          <a:prstGeom prst="pie">
            <a:avLst>
              <a:gd name="adj1" fmla="val 1017557"/>
              <a:gd name="adj2" fmla="val 1597829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-139700" y="977265"/>
            <a:ext cx="5029200" cy="169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>
              <a:lnSpc>
                <a:spcPct val="100000"/>
              </a:lnSpc>
            </a:pPr>
            <a:r>
              <a:rPr lang="en-GB" altLang="en-US" sz="55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Valentino</a:t>
            </a:r>
            <a:endParaRPr lang="en-GB" altLang="en-US" sz="55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r">
              <a:lnSpc>
                <a:spcPct val="100000"/>
              </a:lnSpc>
            </a:pPr>
            <a:r>
              <a:rPr lang="en-GB" altLang="en-US" sz="55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Rossi</a:t>
            </a:r>
            <a:endParaRPr lang="en-GB" altLang="en-US" sz="55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8039735" y="-11125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6" name="Pie 5"/>
          <p:cNvSpPr/>
          <p:nvPr/>
        </p:nvSpPr>
        <p:spPr>
          <a:xfrm rot="14700000">
            <a:off x="-40005" y="-2619375"/>
            <a:ext cx="14580870" cy="14540865"/>
          </a:xfrm>
          <a:prstGeom prst="pie">
            <a:avLst>
              <a:gd name="adj1" fmla="val 920022"/>
              <a:gd name="adj2" fmla="val 1549773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>
              <a:solidFill>
                <a:schemeClr val="tx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883400" y="786765"/>
            <a:ext cx="5029200" cy="1696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GB" altLang="en-US" sz="55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Marc </a:t>
            </a:r>
            <a:endParaRPr lang="en-GB" altLang="en-US" sz="55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l">
              <a:lnSpc>
                <a:spcPct val="100000"/>
              </a:lnSpc>
            </a:pPr>
            <a:r>
              <a:rPr lang="en-GB" altLang="en-US" sz="55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Marquez</a:t>
            </a:r>
            <a:endParaRPr lang="en-GB" altLang="en-US" sz="55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WPS Presentation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0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Arial Black</vt:lpstr>
      <vt:lpstr>Bahnschrift Condensed</vt:lpstr>
      <vt:lpstr>Algerian</vt:lpstr>
      <vt:lpstr>Arial Rounded MT Bold</vt:lpstr>
      <vt:lpstr>Britannic Bold</vt:lpstr>
      <vt:lpstr>Cooper Black</vt:lpstr>
      <vt:lpstr>Bernard MT Condensed</vt:lpstr>
      <vt:lpstr>Blackadder ITC</vt:lpstr>
      <vt:lpstr>Agency FB</vt:lpstr>
      <vt:lpstr>Amiri Quran</vt:lpstr>
      <vt:lpstr>Brush Script MT</vt:lpstr>
      <vt:lpstr>Broadway</vt:lpstr>
      <vt:lpstr>Wingdings</vt:lpstr>
      <vt:lpstr>Charis SIL</vt:lpstr>
      <vt:lpstr>Liberation Mono</vt:lpstr>
      <vt:lpstr>Crimson Text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Umar</dc:creator>
  <cp:lastModifiedBy>Umar Aslam</cp:lastModifiedBy>
  <cp:revision>2</cp:revision>
  <dcterms:created xsi:type="dcterms:W3CDTF">2025-02-17T16:49:02Z</dcterms:created>
  <dcterms:modified xsi:type="dcterms:W3CDTF">2025-02-17T16:56:30Z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A9EDD24E0D8A4AEC98C2FEC1A5DD6DC8_11</vt:lpwstr>
  </property>
  <property fmtid="{D5CDD505-2E9C-101B-9397-08002B2CF9AE}" pid="3" name="KSOProductBuildVer">
    <vt:lpwstr>2057-12.2.0.19805</vt:lpwstr>
  </property>
</Properties>
</file>