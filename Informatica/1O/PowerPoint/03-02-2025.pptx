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  <p:sldMasterId id="2147483761" r:id="rId2"/>
  </p:sldMasterIdLst>
  <p:notesMasterIdLst>
    <p:notesMasterId r:id="rId5"/>
  </p:notesMasterIdLst>
  <p:sldIdLst>
    <p:sldId id="256" r:id="rId3"/>
    <p:sldId id="257" r:id="rId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AD99AE-41FE-436D-80CA-24F45501CFFF}" type="datetimeFigureOut">
              <a:rPr lang="it-IT" smtClean="0"/>
              <a:t>05/02/2025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AC7D44-C750-4D34-A84D-FE52AD34F4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9633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C7D44-C750-4D34-A84D-FE52AD34F4F3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4352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15BC-6F44-40E5-8290-C1FA18287109}" type="datetimeFigureOut">
              <a:rPr lang="it-IT" smtClean="0"/>
              <a:t>05/02/2025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6C57-D077-4CAD-A0CD-EE1A8A801B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1600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15BC-6F44-40E5-8290-C1FA18287109}" type="datetimeFigureOut">
              <a:rPr lang="it-IT" smtClean="0"/>
              <a:t>05/02/2025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6C57-D077-4CAD-A0CD-EE1A8A801B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28892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15BC-6F44-40E5-8290-C1FA18287109}" type="datetimeFigureOut">
              <a:rPr lang="it-IT" smtClean="0"/>
              <a:t>05/02/2025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6C57-D077-4CAD-A0CD-EE1A8A801B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0163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15BC-6F44-40E5-8290-C1FA18287109}" type="datetimeFigureOut">
              <a:rPr lang="it-IT" smtClean="0"/>
              <a:t>05/02/2025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6C57-D077-4CAD-A0CD-EE1A8A801B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05392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15BC-6F44-40E5-8290-C1FA18287109}" type="datetimeFigureOut">
              <a:rPr lang="it-IT" smtClean="0"/>
              <a:t>05/02/2025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6C57-D077-4CAD-A0CD-EE1A8A801B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709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15BC-6F44-40E5-8290-C1FA18287109}" type="datetimeFigureOut">
              <a:rPr lang="it-IT" smtClean="0"/>
              <a:t>05/02/2025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6C57-D077-4CAD-A0CD-EE1A8A801B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3066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15BC-6F44-40E5-8290-C1FA18287109}" type="datetimeFigureOut">
              <a:rPr lang="it-IT" smtClean="0"/>
              <a:t>05/02/2025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6C57-D077-4CAD-A0CD-EE1A8A801B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9006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15BC-6F44-40E5-8290-C1FA18287109}" type="datetimeFigureOut">
              <a:rPr lang="it-IT" smtClean="0"/>
              <a:t>05/02/2025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6C57-D077-4CAD-A0CD-EE1A8A801B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54028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15BC-6F44-40E5-8290-C1FA18287109}" type="datetimeFigureOut">
              <a:rPr lang="it-IT" smtClean="0"/>
              <a:t>05/02/2025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6C57-D077-4CAD-A0CD-EE1A8A801B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3138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15BC-6F44-40E5-8290-C1FA18287109}" type="datetimeFigureOut">
              <a:rPr lang="it-IT" smtClean="0"/>
              <a:t>05/02/2025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6C57-D077-4CAD-A0CD-EE1A8A801B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0353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15BC-6F44-40E5-8290-C1FA18287109}" type="datetimeFigureOut">
              <a:rPr lang="it-IT" smtClean="0"/>
              <a:t>05/02/2025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6C57-D077-4CAD-A0CD-EE1A8A801B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7819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15BC-6F44-40E5-8290-C1FA18287109}" type="datetimeFigureOut">
              <a:rPr lang="it-IT" smtClean="0"/>
              <a:t>05/02/2025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6C57-D077-4CAD-A0CD-EE1A8A801B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63071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15BC-6F44-40E5-8290-C1FA18287109}" type="datetimeFigureOut">
              <a:rPr lang="it-IT" smtClean="0"/>
              <a:t>05/02/2025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6C57-D077-4CAD-A0CD-EE1A8A801B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38946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15BC-6F44-40E5-8290-C1FA18287109}" type="datetimeFigureOut">
              <a:rPr lang="it-IT" smtClean="0"/>
              <a:t>05/02/2025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6C57-D077-4CAD-A0CD-EE1A8A801B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17440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15BC-6F44-40E5-8290-C1FA18287109}" type="datetimeFigureOut">
              <a:rPr lang="it-IT" smtClean="0"/>
              <a:t>05/02/2025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6C57-D077-4CAD-A0CD-EE1A8A801B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493134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15BC-6F44-40E5-8290-C1FA18287109}" type="datetimeFigureOut">
              <a:rPr lang="it-IT" smtClean="0"/>
              <a:t>05/02/2025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6C57-D077-4CAD-A0CD-EE1A8A801B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37428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15BC-6F44-40E5-8290-C1FA18287109}" type="datetimeFigureOut">
              <a:rPr lang="it-IT" smtClean="0"/>
              <a:t>05/02/2025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6C57-D077-4CAD-A0CD-EE1A8A801B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890734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15BC-6F44-40E5-8290-C1FA18287109}" type="datetimeFigureOut">
              <a:rPr lang="it-IT" smtClean="0"/>
              <a:t>05/02/2025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6C57-D077-4CAD-A0CD-EE1A8A801B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56691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15BC-6F44-40E5-8290-C1FA18287109}" type="datetimeFigureOut">
              <a:rPr lang="it-IT" smtClean="0"/>
              <a:t>05/02/2025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6C57-D077-4CAD-A0CD-EE1A8A801B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9711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15BC-6F44-40E5-8290-C1FA18287109}" type="datetimeFigureOut">
              <a:rPr lang="it-IT" smtClean="0"/>
              <a:t>05/02/2025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6C57-D077-4CAD-A0CD-EE1A8A801B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42405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15BC-6F44-40E5-8290-C1FA18287109}" type="datetimeFigureOut">
              <a:rPr lang="it-IT" smtClean="0"/>
              <a:t>05/02/2025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6C57-D077-4CAD-A0CD-EE1A8A801B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44234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15BC-6F44-40E5-8290-C1FA18287109}" type="datetimeFigureOut">
              <a:rPr lang="it-IT" smtClean="0"/>
              <a:t>05/02/2025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6C57-D077-4CAD-A0CD-EE1A8A801B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6074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2315BC-6F44-40E5-8290-C1FA18287109}" type="datetimeFigureOut">
              <a:rPr lang="it-IT" smtClean="0"/>
              <a:t>05/02/2025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696C57-D077-4CAD-A0CD-EE1A8A801B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5903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2315BC-6F44-40E5-8290-C1FA18287109}" type="datetimeFigureOut">
              <a:rPr lang="it-IT" smtClean="0"/>
              <a:t>05/02/2025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696C57-D077-4CAD-A0CD-EE1A8A801BF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0575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/>
          <p:cNvSpPr>
            <a:spLocks noGrp="1"/>
          </p:cNvSpPr>
          <p:nvPr>
            <p:ph type="ctrTitle"/>
          </p:nvPr>
        </p:nvSpPr>
        <p:spPr>
          <a:xfrm>
            <a:off x="-1413155" y="-980612"/>
            <a:ext cx="9144000" cy="2387600"/>
          </a:xfrm>
        </p:spPr>
        <p:txBody>
          <a:bodyPr>
            <a:normAutofit/>
          </a:bodyPr>
          <a:lstStyle/>
          <a:p>
            <a:r>
              <a:rPr lang="it-IT" sz="10000" spc="-300" dirty="0" smtClean="0">
                <a:latin typeface="Gill Sans Ultra Bold" panose="020B0A02020104020203" pitchFamily="34" charset="0"/>
              </a:rPr>
              <a:t>SONO</a:t>
            </a:r>
            <a:r>
              <a:rPr lang="it-IT" sz="10000" dirty="0" smtClean="0">
                <a:latin typeface="Gill Sans Ultra Bold" panose="020B0A02020104020203" pitchFamily="34" charset="0"/>
              </a:rPr>
              <a:t> IO</a:t>
            </a:r>
            <a:endParaRPr lang="it-IT" sz="10000" dirty="0">
              <a:latin typeface="Gill Sans Ultra Bold" panose="020B0A02020104020203" pitchFamily="34" charset="0"/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-2179540" y="1042142"/>
            <a:ext cx="9144000" cy="1655762"/>
          </a:xfrm>
        </p:spPr>
        <p:txBody>
          <a:bodyPr/>
          <a:lstStyle/>
          <a:p>
            <a:r>
              <a:rPr lang="it-IT" b="1" dirty="0">
                <a:latin typeface="Bradley Hand ITC" panose="03070402050302030203" pitchFamily="66" charset="0"/>
              </a:rPr>
              <a:t>U</a:t>
            </a:r>
            <a:r>
              <a:rPr lang="it-IT" b="1" dirty="0" smtClean="0">
                <a:latin typeface="Bradley Hand ITC" panose="03070402050302030203" pitchFamily="66" charset="0"/>
              </a:rPr>
              <a:t>mar  Aslam</a:t>
            </a:r>
            <a:endParaRPr lang="it-IT" b="1" dirty="0">
              <a:latin typeface="Bradley Hand ITC" panose="03070402050302030203" pitchFamily="66" charset="0"/>
            </a:endParaRPr>
          </a:p>
        </p:txBody>
      </p:sp>
      <p:pic>
        <p:nvPicPr>
          <p:cNvPr id="1026" name="Picture 2" descr="Gratis Catena Montuosa Sotto Il Cielo Beige Foto a disposizio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289" y="0"/>
            <a:ext cx="4571711" cy="6857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1393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/>
          <p:cNvSpPr>
            <a:spLocks noGrp="1"/>
          </p:cNvSpPr>
          <p:nvPr>
            <p:ph type="ctrTitle"/>
          </p:nvPr>
        </p:nvSpPr>
        <p:spPr>
          <a:xfrm>
            <a:off x="4261279" y="1695634"/>
            <a:ext cx="5714261" cy="1542419"/>
          </a:xfrm>
        </p:spPr>
        <p:txBody>
          <a:bodyPr>
            <a:normAutofit/>
          </a:bodyPr>
          <a:lstStyle/>
          <a:p>
            <a:r>
              <a:rPr lang="it-IT" sz="9600" dirty="0" smtClean="0">
                <a:latin typeface="Gill Sans Ultra Bold" panose="020B0A02020104020203" pitchFamily="34" charset="0"/>
              </a:rPr>
              <a:t>GIOGIO</a:t>
            </a:r>
            <a:endParaRPr lang="it-IT" sz="9600" dirty="0">
              <a:latin typeface="Gill Sans Ultra Bold" panose="020B0A02020104020203" pitchFamily="34" charset="0"/>
            </a:endParaRPr>
          </a:p>
        </p:txBody>
      </p:sp>
      <p:sp>
        <p:nvSpPr>
          <p:cNvPr id="6" name="Titolo 3"/>
          <p:cNvSpPr txBox="1">
            <a:spLocks/>
          </p:cNvSpPr>
          <p:nvPr/>
        </p:nvSpPr>
        <p:spPr>
          <a:xfrm>
            <a:off x="4261279" y="2682535"/>
            <a:ext cx="5714261" cy="15424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9600" dirty="0" smtClean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latin typeface="Gill Sans Ultra Bold" panose="020B0A02020104020203" pitchFamily="34" charset="0"/>
              </a:rPr>
              <a:t>GIOGIO</a:t>
            </a:r>
            <a:endParaRPr lang="it-IT" sz="9600" dirty="0">
              <a:ln w="28575">
                <a:solidFill>
                  <a:schemeClr val="tx1"/>
                </a:solidFill>
              </a:ln>
              <a:solidFill>
                <a:schemeClr val="bg1"/>
              </a:solidFill>
              <a:latin typeface="Gill Sans Ultra Bold" panose="020B0A02020104020203" pitchFamily="34" charset="0"/>
            </a:endParaRPr>
          </a:p>
        </p:txBody>
      </p:sp>
      <p:sp>
        <p:nvSpPr>
          <p:cNvPr id="7" name="Titolo 3"/>
          <p:cNvSpPr txBox="1">
            <a:spLocks/>
          </p:cNvSpPr>
          <p:nvPr/>
        </p:nvSpPr>
        <p:spPr>
          <a:xfrm>
            <a:off x="4261279" y="3669436"/>
            <a:ext cx="5714261" cy="15424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9600" smtClean="0">
                <a:latin typeface="Gill Sans Ultra Bold" panose="020B0A02020104020203" pitchFamily="34" charset="0"/>
              </a:rPr>
              <a:t>GIOGIO</a:t>
            </a:r>
            <a:endParaRPr lang="it-IT" sz="9600" dirty="0">
              <a:latin typeface="Gill Sans Ultra Bold" panose="020B0A02020104020203" pitchFamily="34" charset="0"/>
            </a:endParaRPr>
          </a:p>
        </p:txBody>
      </p:sp>
      <p:sp>
        <p:nvSpPr>
          <p:cNvPr id="8" name="Titolo 3"/>
          <p:cNvSpPr txBox="1">
            <a:spLocks/>
          </p:cNvSpPr>
          <p:nvPr/>
        </p:nvSpPr>
        <p:spPr>
          <a:xfrm>
            <a:off x="4261279" y="4656337"/>
            <a:ext cx="5714261" cy="15424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9600" dirty="0" smtClean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latin typeface="Gill Sans Ultra Bold" panose="020B0A02020104020203" pitchFamily="34" charset="0"/>
              </a:rPr>
              <a:t>GIOGIO</a:t>
            </a:r>
            <a:endParaRPr lang="it-IT" sz="9600" dirty="0">
              <a:ln w="28575">
                <a:solidFill>
                  <a:schemeClr val="tx1"/>
                </a:solidFill>
              </a:ln>
              <a:solidFill>
                <a:schemeClr val="bg1"/>
              </a:solidFill>
              <a:latin typeface="Gill Sans Ultra Bold" panose="020B0A02020104020203" pitchFamily="34" charset="0"/>
            </a:endParaRPr>
          </a:p>
        </p:txBody>
      </p:sp>
      <p:sp>
        <p:nvSpPr>
          <p:cNvPr id="9" name="Titolo 3"/>
          <p:cNvSpPr txBox="1">
            <a:spLocks/>
          </p:cNvSpPr>
          <p:nvPr/>
        </p:nvSpPr>
        <p:spPr>
          <a:xfrm>
            <a:off x="4261279" y="5643238"/>
            <a:ext cx="5714261" cy="15424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9600" smtClean="0">
                <a:latin typeface="Gill Sans Ultra Bold" panose="020B0A02020104020203" pitchFamily="34" charset="0"/>
              </a:rPr>
              <a:t>GIOGIO</a:t>
            </a:r>
            <a:endParaRPr lang="it-IT" sz="9600" dirty="0">
              <a:latin typeface="Gill Sans Ultra Bold" panose="020B0A02020104020203" pitchFamily="34" charset="0"/>
            </a:endParaRPr>
          </a:p>
        </p:txBody>
      </p:sp>
      <p:sp>
        <p:nvSpPr>
          <p:cNvPr id="10" name="Titolo 3"/>
          <p:cNvSpPr txBox="1">
            <a:spLocks/>
          </p:cNvSpPr>
          <p:nvPr/>
        </p:nvSpPr>
        <p:spPr>
          <a:xfrm>
            <a:off x="4261279" y="708733"/>
            <a:ext cx="5714261" cy="15424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9600" dirty="0" smtClean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latin typeface="Gill Sans Ultra Bold" panose="020B0A02020104020203" pitchFamily="34" charset="0"/>
              </a:rPr>
              <a:t>GIOGIO</a:t>
            </a:r>
            <a:endParaRPr lang="it-IT" sz="9600" dirty="0">
              <a:ln w="28575">
                <a:solidFill>
                  <a:schemeClr val="tx1"/>
                </a:solidFill>
              </a:ln>
              <a:solidFill>
                <a:schemeClr val="bg1"/>
              </a:solidFill>
              <a:latin typeface="Gill Sans Ultra Bold" panose="020B0A02020104020203" pitchFamily="34" charset="0"/>
            </a:endParaRPr>
          </a:p>
        </p:txBody>
      </p:sp>
      <p:sp>
        <p:nvSpPr>
          <p:cNvPr id="11" name="Titolo 3"/>
          <p:cNvSpPr txBox="1">
            <a:spLocks/>
          </p:cNvSpPr>
          <p:nvPr/>
        </p:nvSpPr>
        <p:spPr>
          <a:xfrm>
            <a:off x="4261278" y="-278168"/>
            <a:ext cx="5714261" cy="15424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9600" dirty="0" smtClean="0">
                <a:latin typeface="Gill Sans Ultra Bold" panose="020B0A02020104020203" pitchFamily="34" charset="0"/>
              </a:rPr>
              <a:t>GIOGIO</a:t>
            </a:r>
            <a:endParaRPr lang="it-IT" sz="9600" dirty="0">
              <a:latin typeface="Gill Sans Ultra Bold" panose="020B0A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6208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pull/>
      </p:transition>
    </mc:Choice>
    <mc:Fallback xmlns=""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theme/theme1.xml><?xml version="1.0" encoding="utf-8"?>
<a:theme xmlns:a="http://schemas.openxmlformats.org/drawingml/2006/main" name="1_Office Them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</TotalTime>
  <Words>12</Words>
  <Application>Microsoft Office PowerPoint</Application>
  <PresentationFormat>Widescreen</PresentationFormat>
  <Paragraphs>10</Paragraphs>
  <Slides>2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2</vt:i4>
      </vt:variant>
    </vt:vector>
  </HeadingPairs>
  <TitlesOfParts>
    <vt:vector size="9" baseType="lpstr">
      <vt:lpstr>Arial</vt:lpstr>
      <vt:lpstr>Bradley Hand ITC</vt:lpstr>
      <vt:lpstr>Calibri</vt:lpstr>
      <vt:lpstr>Calibri Light</vt:lpstr>
      <vt:lpstr>Gill Sans Ultra Bold</vt:lpstr>
      <vt:lpstr>1_Office Theme</vt:lpstr>
      <vt:lpstr>Office Theme</vt:lpstr>
      <vt:lpstr>SONO IO</vt:lpstr>
      <vt:lpstr>GIOGIO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SONO IO</dc:title>
  <dc:creator>1O</dc:creator>
  <cp:lastModifiedBy>1O</cp:lastModifiedBy>
  <cp:revision>6</cp:revision>
  <dcterms:created xsi:type="dcterms:W3CDTF">2025-02-03T11:19:50Z</dcterms:created>
  <dcterms:modified xsi:type="dcterms:W3CDTF">2025-02-05T09:53:10Z</dcterms:modified>
</cp:coreProperties>
</file>